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04C"/>
    <a:srgbClr val="0F3A48"/>
    <a:srgbClr val="0E3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05949" y="463826"/>
            <a:ext cx="10005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 PROJECT AKHIR</a:t>
            </a:r>
            <a:endParaRPr lang="en-US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“TRANSAKSI PERPUSTAKAAN”</a:t>
            </a:r>
            <a:endParaRPr lang="en-US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7653" y="4850295"/>
            <a:ext cx="3896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Nugraha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(17200398)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Prasetyo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(17200063)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Lela Amelia     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17200320)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Syaputra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17200372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497" y="1977581"/>
            <a:ext cx="4060293" cy="243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5440" y="465874"/>
            <a:ext cx="1147638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 I</a:t>
            </a:r>
            <a:endParaRPr lang="en-US" sz="25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25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PENDAHULUAN</a:t>
            </a:r>
          </a:p>
          <a:p>
            <a:pPr algn="ctr"/>
            <a:endParaRPr lang="en-ID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ID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penunjang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pengunjung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disebut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jantung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kumpulan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disusun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wawasan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masyarakat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pengajar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penunjang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kecerdasan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bangsa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berperan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kuantitas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kehidupan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satunya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kelengkapan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terintegrasi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ketersediaan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terintegrasi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kemudahan-kemudahan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5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973" y="1171978"/>
            <a:ext cx="114364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Penerapan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data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ditulis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menimbulkan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error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tertukar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pencatatan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Sebagian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program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fitur-fitur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program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diharapkan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petugas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8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2125" y="669701"/>
            <a:ext cx="1144931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 II</a:t>
            </a:r>
            <a:endParaRPr lang="en-US" sz="25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LANDASAN </a:t>
            </a:r>
            <a:r>
              <a:rPr lang="en-ID" sz="25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Menurut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Perpusnas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 (2010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proses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digali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dimanfaatkan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kepentingan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diharapkan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memainkan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wahana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pelestarian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rekreasi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kecerdasan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bangsa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vital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menunjang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belajar-mengajar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lengkap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meminjam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Menurut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Rohanda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“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mutlak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(complement)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bersangkutan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pustakan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keberhasilan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mengajar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Dikatakan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bahawa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jantungnya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lembaga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3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2123" y="1365160"/>
            <a:ext cx="11487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BIBLIOTIKA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Kajian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2, 2019</a:t>
            </a: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memanfaatkan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elektronik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lunak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melindungi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memproses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mentrasmisikan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munculnya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perkembangan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47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6366" y="502275"/>
            <a:ext cx="1153946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 III</a:t>
            </a:r>
            <a:endParaRPr lang="en-US" sz="25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PEMBAHASAN</a:t>
            </a:r>
            <a:endParaRPr lang="en-US" sz="25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Program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data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pengunjung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meminjam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penghitung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terdiri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tentang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Sejarah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Lifeskills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masing-masing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terdiri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bermacam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1000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2000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Peminjam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dipinjam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melebihi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500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disetiap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dipinjam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90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72" y="554540"/>
            <a:ext cx="10507358" cy="5907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772" y="6123181"/>
            <a:ext cx="5958298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ambar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1772" y="215986"/>
            <a:ext cx="11929484" cy="584775"/>
          </a:xfrm>
          <a:prstGeom prst="rect">
            <a:avLst/>
          </a:prstGeom>
          <a:solidFill>
            <a:srgbClr val="0E3847"/>
          </a:solidFill>
          <a:ln>
            <a:solidFill>
              <a:srgbClr val="14404C"/>
            </a:solidFill>
          </a:ln>
        </p:spPr>
        <p:txBody>
          <a:bodyPr wrap="none" rtlCol="0">
            <a:spAutoFit/>
          </a:bodyPr>
          <a:lstStyle/>
          <a:p>
            <a:r>
              <a:rPr lang="en-ID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 Proses </a:t>
            </a:r>
            <a:r>
              <a:rPr lang="en-ID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ID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endParaRPr lang="en-ID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Komunitas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Jendela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daftar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buku-buku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25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489" y="557229"/>
            <a:ext cx="11600379" cy="830997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Menu. Menu 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menu 2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Kembalikan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meminjam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mencoba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Februari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63" r="37602"/>
          <a:stretch/>
        </p:blipFill>
        <p:spPr bwMode="auto">
          <a:xfrm>
            <a:off x="428489" y="1534559"/>
            <a:ext cx="9501122" cy="46345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28489" y="5830516"/>
            <a:ext cx="3371436" cy="338554"/>
          </a:xfrm>
          <a:prstGeom prst="rect">
            <a:avLst/>
          </a:prstGeom>
          <a:solidFill>
            <a:srgbClr val="0F3A48"/>
          </a:solidFill>
        </p:spPr>
        <p:txBody>
          <a:bodyPr wrap="none" rtlCol="0">
            <a:spAutoFit/>
          </a:bodyPr>
          <a:lstStyle/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85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3894" y="368205"/>
            <a:ext cx="10938455" cy="584775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data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5" r="28784"/>
          <a:stretch/>
        </p:blipFill>
        <p:spPr bwMode="auto">
          <a:xfrm>
            <a:off x="613894" y="1137994"/>
            <a:ext cx="9218039" cy="51387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10720" y="5938167"/>
            <a:ext cx="4522392" cy="338554"/>
          </a:xfrm>
          <a:prstGeom prst="rect">
            <a:avLst/>
          </a:prstGeom>
          <a:solidFill>
            <a:srgbClr val="14404C"/>
          </a:solidFill>
        </p:spPr>
        <p:txBody>
          <a:bodyPr wrap="none" rtlCol="0">
            <a:spAutoFit/>
          </a:bodyPr>
          <a:lstStyle/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biodata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07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13" r="33807"/>
          <a:stretch/>
        </p:blipFill>
        <p:spPr bwMode="auto">
          <a:xfrm>
            <a:off x="885124" y="1307553"/>
            <a:ext cx="7143831" cy="45256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24" y="5499821"/>
            <a:ext cx="4715533" cy="333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712" y="5815404"/>
            <a:ext cx="11471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daftar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3894" y="368205"/>
            <a:ext cx="10938455" cy="830997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History Of Modern Indonesia” (S01), 2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“3 Jam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Jago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Ngoding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(T01) &amp; 2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“Time Management”(L02).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20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7583" y="6133513"/>
            <a:ext cx="1154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91" r="36597" b="33686"/>
          <a:stretch/>
        </p:blipFill>
        <p:spPr bwMode="auto">
          <a:xfrm>
            <a:off x="643430" y="2001808"/>
            <a:ext cx="8391182" cy="28066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0321" y="358106"/>
            <a:ext cx="11651679" cy="1446550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pPr lvl="0"/>
            <a:r>
              <a:rPr lang="en-ID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 Proses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endParaRPr lang="en-ID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Nugraha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Supaya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3430" y="5042112"/>
            <a:ext cx="8626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muncul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Meminjam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2020-02-27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0" y="4608398"/>
            <a:ext cx="5618101" cy="39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2307" y="358106"/>
            <a:ext cx="11651679" cy="584775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pPr lvl="0"/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melebihi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peminjaman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2.2.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6876" r="29119" b="10854"/>
          <a:stretch/>
        </p:blipFill>
        <p:spPr bwMode="auto">
          <a:xfrm>
            <a:off x="571852" y="1104380"/>
            <a:ext cx="8623376" cy="49430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52" y="5743325"/>
            <a:ext cx="3529248" cy="304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852" y="6038193"/>
            <a:ext cx="7783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50.500</a:t>
            </a:r>
          </a:p>
        </p:txBody>
      </p:sp>
    </p:spTree>
    <p:extLst>
      <p:ext uri="{BB962C8B-B14F-4D97-AF65-F5344CB8AC3E}">
        <p14:creationId xmlns:p14="http://schemas.microsoft.com/office/powerpoint/2010/main" val="104618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5011" y="231983"/>
            <a:ext cx="11651679" cy="1446550"/>
          </a:xfrm>
          <a:prstGeom prst="rect">
            <a:avLst/>
          </a:prstGeom>
          <a:solidFill>
            <a:srgbClr val="14404C"/>
          </a:solidFill>
        </p:spPr>
        <p:txBody>
          <a:bodyPr wrap="square" rtlCol="0">
            <a:spAutoFit/>
          </a:bodyPr>
          <a:lstStyle/>
          <a:p>
            <a:r>
              <a:rPr lang="en-ID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 Proses </a:t>
            </a:r>
            <a:r>
              <a:rPr lang="en-ID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endParaRPr lang="en-ID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D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sewa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50.500,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disini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nominal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100.000,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49.500.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jelasnya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060" r="33695" b="12641"/>
          <a:stretch/>
        </p:blipFill>
        <p:spPr bwMode="auto">
          <a:xfrm>
            <a:off x="445729" y="1678533"/>
            <a:ext cx="8335664" cy="4827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587" y="6160366"/>
            <a:ext cx="3096057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4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851" y="528034"/>
            <a:ext cx="1155234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 IV</a:t>
            </a:r>
            <a:endParaRPr lang="en-US" sz="25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25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PENUTUP</a:t>
            </a:r>
            <a:endParaRPr lang="en-US" sz="25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memajukan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Indonesia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perpustakaan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andil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mencerdaskan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semoga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masyarakat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Indonesia,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pemuda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peduli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Indonesia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D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Demikian</a:t>
            </a:r>
            <a:r>
              <a:rPr lang="en-ID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kekurangan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segala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harapkan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kami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memperbaiki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61735"/>
            <a:ext cx="2801247" cy="27699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12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b="1" dirty="0" err="1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ID" sz="1200" b="1" dirty="0" smtClean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90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342</TotalTime>
  <Words>554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24</cp:revision>
  <dcterms:created xsi:type="dcterms:W3CDTF">2020-11-10T09:20:47Z</dcterms:created>
  <dcterms:modified xsi:type="dcterms:W3CDTF">2020-12-06T08:47:53Z</dcterms:modified>
</cp:coreProperties>
</file>